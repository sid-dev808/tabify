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Tabify — Technical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capture → AI transcription pipeline → notation output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818120" y="256032"/>
            <a:ext cx="146304" cy="14630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8019288" y="2194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External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326880" y="256032"/>
            <a:ext cx="146304" cy="14630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9528048" y="2194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Audio Pipeline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0835640" y="256032"/>
            <a:ext cx="146304" cy="146304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9" name="Text 7"/>
          <p:cNvSpPr/>
          <p:nvPr/>
        </p:nvSpPr>
        <p:spPr>
          <a:xfrm>
            <a:off x="11036808" y="2194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Backend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2344400" y="256032"/>
            <a:ext cx="146304" cy="14630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12545568" y="2194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Cloud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11480" y="85953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CAPTURE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1115568"/>
            <a:ext cx="1554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111556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PyAudio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48840" y="1115568"/>
            <a:ext cx="1554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94560" y="111556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Input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Guitar / Line-in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86200" y="1115568"/>
            <a:ext cx="1554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31920" y="111556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MIDI Keyboard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MIDI API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23560" y="1115568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0" y="111556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Capture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API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179222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2048256"/>
            <a:ext cx="2331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0E7C7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204825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Preprocessing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Filtering, Normalization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971800" y="2048256"/>
            <a:ext cx="2331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0E7C7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017520" y="204825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Analysis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FFT, Spectrogram (Librosa)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32120" y="2048256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0E7C7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577840" y="204825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Segmentation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SciPy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27614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TRANSCRIPTION PIPELINE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301752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0E7C7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3017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Detection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Pitch + Harmonic Analysis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(PyTorch / TensorFlow)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017520" y="301752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0E7C7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063240" y="3017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Chord &amp; Polyphony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Multi-note Separation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23560" y="301752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0E7C7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669280" y="3017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 &amp; Tempo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Tracking, BPM, Quantization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" y="3767328"/>
            <a:ext cx="23774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7200" y="37673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Detection Mode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Guitar Mode  |  Keyboard Mode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" y="439826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ENGINE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4654296"/>
            <a:ext cx="18288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7200" y="465429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Music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Music21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423160" y="4654296"/>
            <a:ext cx="18288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468880" y="465429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Guitar Tablature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Fretboard Mapping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434840" y="4654296"/>
            <a:ext cx="18288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480560" y="465429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Roll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MIDI-style Grid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46520" y="4654296"/>
            <a:ext cx="1554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492240" y="4654296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MusicXML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Layer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VexFlow Render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11480" y="53766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APP, BACKEND &amp; STORAGE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5632704"/>
            <a:ext cx="2103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57200" y="563270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Editing UI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TypeScript, Tailwind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697480" y="5632704"/>
            <a:ext cx="18288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743200" y="563270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Backend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FastAPI / Flask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09160" y="5632704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754880" y="563270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Database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/ Supabase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629400" y="5632704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675120" y="5632704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Takes, Exports, Sync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188720" y="1645920"/>
            <a:ext cx="365760" cy="402336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2926080" y="1645920"/>
            <a:ext cx="731520" cy="402336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4114800" y="1645920"/>
            <a:ext cx="548640" cy="402336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6400800" y="1645920"/>
            <a:ext cx="91440" cy="402336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2743200" y="2331720"/>
            <a:ext cx="22860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5303520" y="2331720"/>
            <a:ext cx="22860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1554480" y="2615184"/>
            <a:ext cx="45720" cy="402336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4114800" y="2615184"/>
            <a:ext cx="91440" cy="402336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6400800" y="2615184"/>
            <a:ext cx="411480" cy="402336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2788920" y="3337560"/>
            <a:ext cx="22860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5394960" y="3337560"/>
            <a:ext cx="22860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1600200" y="3657600"/>
            <a:ext cx="0" cy="109728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1325880" y="4187952"/>
            <a:ext cx="274320" cy="466344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3337560" y="3657600"/>
            <a:ext cx="868680" cy="996696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4206240" y="3657600"/>
            <a:ext cx="1143000" cy="996696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6812280" y="3657600"/>
            <a:ext cx="411480" cy="996696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1325880" y="5184648"/>
            <a:ext cx="137160" cy="448056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3337560" y="5184648"/>
            <a:ext cx="274320" cy="448056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5349240" y="5184648"/>
            <a:ext cx="228600" cy="448056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7223760" y="5184648"/>
            <a:ext cx="246888" cy="448056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4526280" y="5897880"/>
            <a:ext cx="18288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6446520" y="5897880"/>
            <a:ext cx="18288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1874520" y="1115568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6B7280"/>
          </a:solidFill>
          <a:ln/>
        </p:spPr>
      </p:sp>
      <p:sp>
        <p:nvSpPr>
          <p:cNvPr id="78" name="Text 76"/>
          <p:cNvSpPr/>
          <p:nvPr/>
        </p:nvSpPr>
        <p:spPr>
          <a:xfrm>
            <a:off x="1874520" y="11155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5349240" y="1115568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6B7280"/>
          </a:solidFill>
          <a:ln/>
        </p:spPr>
      </p:sp>
      <p:sp>
        <p:nvSpPr>
          <p:cNvPr id="80" name="Text 78"/>
          <p:cNvSpPr/>
          <p:nvPr/>
        </p:nvSpPr>
        <p:spPr>
          <a:xfrm>
            <a:off x="5349240" y="11155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2651760" y="2048256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0E7C7B"/>
          </a:solidFill>
          <a:ln/>
        </p:spPr>
      </p:sp>
      <p:sp>
        <p:nvSpPr>
          <p:cNvPr id="82" name="Text 80"/>
          <p:cNvSpPr/>
          <p:nvPr/>
        </p:nvSpPr>
        <p:spPr>
          <a:xfrm>
            <a:off x="2651760" y="20482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5212080" y="2048256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0E7C7B"/>
          </a:solidFill>
          <a:ln/>
        </p:spPr>
      </p:sp>
      <p:sp>
        <p:nvSpPr>
          <p:cNvPr id="84" name="Text 82"/>
          <p:cNvSpPr/>
          <p:nvPr/>
        </p:nvSpPr>
        <p:spPr>
          <a:xfrm>
            <a:off x="5212080" y="20482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2697480" y="3017520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0E7C7B"/>
          </a:solidFill>
          <a:ln/>
        </p:spPr>
      </p:sp>
      <p:sp>
        <p:nvSpPr>
          <p:cNvPr id="86" name="Text 84"/>
          <p:cNvSpPr/>
          <p:nvPr/>
        </p:nvSpPr>
        <p:spPr>
          <a:xfrm>
            <a:off x="2697480" y="3017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5303520" y="3017520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0E7C7B"/>
          </a:solidFill>
          <a:ln/>
        </p:spPr>
      </p:sp>
      <p:sp>
        <p:nvSpPr>
          <p:cNvPr id="88" name="Text 86"/>
          <p:cNvSpPr/>
          <p:nvPr/>
        </p:nvSpPr>
        <p:spPr>
          <a:xfrm>
            <a:off x="5303520" y="3017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2331720" y="4654296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2F3C7E"/>
          </a:solidFill>
          <a:ln/>
        </p:spPr>
      </p:sp>
      <p:sp>
        <p:nvSpPr>
          <p:cNvPr id="90" name="Text 88"/>
          <p:cNvSpPr/>
          <p:nvPr/>
        </p:nvSpPr>
        <p:spPr>
          <a:xfrm>
            <a:off x="2331720" y="46542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KMG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6080760" y="4654296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2F3C7E"/>
          </a:solidFill>
          <a:ln/>
        </p:spPr>
      </p:sp>
      <p:sp>
        <p:nvSpPr>
          <p:cNvPr id="92" name="Text 90"/>
          <p:cNvSpPr/>
          <p:nvPr/>
        </p:nvSpPr>
        <p:spPr>
          <a:xfrm>
            <a:off x="6080760" y="46542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2423160" y="5632704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2F3C7E"/>
          </a:solidFill>
          <a:ln/>
        </p:spPr>
      </p:sp>
      <p:sp>
        <p:nvSpPr>
          <p:cNvPr id="94" name="Text 92"/>
          <p:cNvSpPr/>
          <p:nvPr/>
        </p:nvSpPr>
        <p:spPr>
          <a:xfrm>
            <a:off x="2423160" y="56327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6446520" y="5632704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B85042"/>
          </a:solidFill>
          <a:ln/>
        </p:spPr>
      </p:sp>
      <p:sp>
        <p:nvSpPr>
          <p:cNvPr id="96" name="Text 94"/>
          <p:cNvSpPr/>
          <p:nvPr/>
        </p:nvSpPr>
        <p:spPr>
          <a:xfrm>
            <a:off x="6446520" y="56327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411480" y="660196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diagram — drag boxes/arrows to adjust. Team initials are placeholders (see sample sheet); replace with your assignments.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Tabify - Technical Architecture</dc:title>
  <dc:subject>PptxGenJS Presentation</dc:subject>
  <dc:creator>Tabify</dc:creator>
  <cp:lastModifiedBy>Tabify</cp:lastModifiedBy>
  <cp:revision>1</cp:revision>
  <dcterms:created xsi:type="dcterms:W3CDTF">2026-06-19T15:59:57Z</dcterms:created>
  <dcterms:modified xsi:type="dcterms:W3CDTF">2026-06-19T15:59:57Z</dcterms:modified>
</cp:coreProperties>
</file>